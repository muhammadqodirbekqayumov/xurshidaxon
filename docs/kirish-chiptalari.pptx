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92608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 Kirish chiptalari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 · Bilish → Qo'llash → Mulohaza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Mamadaliyeva Xurshidaxon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Jalaquduq tumani 14-maktab boshlang'ich sinf o'qituvchisi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ishlatiladi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7947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Eshikda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0873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o'qituvchiga kirayotganda bittadan chipta beriladi. Chiptada savol bor, lekin uning TIMSS sohasi yozilmagan.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7548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Kutish paytida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04748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savolni yechib, chiptaga javobini va ismini yozadi (2–3 daqiqa). Savollar ataylab o'qituvchi darajasida — bolalar uchun emas.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7607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760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7150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«Uch kognitiv soha» slaydidan keyin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600760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kim o'z chiptasidagi savol qaysi sohaga tegishli ekanini belgilaydi (☐ Bilish / ☐ Qo'llash / ☐ Mulohaza) va nima uchun shunday deb o'ylashini aytadi.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720840"/>
            <a:ext cx="411480" cy="4114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720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66751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Tekshirish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696772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Javoblar varag'i (oxirgi sahifa) faqat o'qituvchida bo'ladi. To'g'ri javob + to'g'ri soha = 2 ball. Eng ko'p ball to'plagan 2–3 kishiga kichik sovrin.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76809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7680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76352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79278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Odatda «Mulohaza» savollari eng ko'p xato qilinadi — buni auditoriyaga ko'rsating: kattalar ham shu sohada qiynaladi.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8778240"/>
            <a:ext cx="6464808" cy="1097280"/>
          </a:xfrm>
          <a:prstGeom prst="roundRect">
            <a:avLst>
              <a:gd name="adj" fmla="val 8333"/>
            </a:avLst>
          </a:prstGeom>
          <a:solidFill>
            <a:srgbClr val="EDE7FD"/>
          </a:solidFill>
          <a:ln w="12700">
            <a:solidFill>
              <a:srgbClr val="EDE7F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88696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etish: keyingi 4 sahifa — 24 ta chipta (har sahifada 6 ta), qirqib olinadi. Oxirgi sahifa — javoblar varag'i, uni tarqatmang. Chiptalarning tartibi aralash: rang va raqam sohani bildirmaydi.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10195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1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457200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941832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kichik to'rt xonali son bilan eng katta uch xonali sonning ayirmasi nechaga teng?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04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651760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52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752344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291840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72484" y="320040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009644" y="4572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09644" y="4572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52644" y="457200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09644" y="868680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DFF5EC"/>
          </a:solidFill>
          <a:ln w="12700">
            <a:solidFill>
              <a:srgbClr val="DFF5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28516" y="941832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sonning yig'indisi 84. Birinchi son ikkinchisidan 3 marta katta. Bu sonlarni toping.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09644" y="2404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58284" y="2651760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09644" y="2752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12564" y="2752344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009644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21124" y="3291840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09644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3730752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7200" y="386791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8679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3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3867912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79392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6072" y="4352544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Qonuniyatni toping va keyingi ikkita sonni yozing: 1, 1, 2, 3, 5, 8, ?, ?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815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05840" y="6062472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61630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60120" y="6163056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8680" y="6702552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872484" y="3730752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009644" y="386791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09644" y="38679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4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152644" y="3867912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009644" y="4279392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FDE4E8"/>
          </a:solidFill>
          <a:ln w="12700">
            <a:solidFill>
              <a:srgbClr val="FDE4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28516" y="4352544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Poyezd 8:40 da jo'nab ketdi va yo'lda 3 soat 55 daqiqa yurdi. U manzilga soat nechada yetib keldi?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009644" y="5815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58284" y="6062472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009644" y="61630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512564" y="6163056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009644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21124" y="6702552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09644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0040" y="7141464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57200" y="72786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7200" y="72786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5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1600200" y="7278624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7690104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EDE7FD"/>
          </a:solidFill>
          <a:ln w="12700">
            <a:solidFill>
              <a:srgbClr val="EDE7F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76072" y="7763256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dan 100 gacha bo'lgan sonlarni yozganda 7 raqami jami necha marta yoziladi?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9226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005840" y="9473184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9573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960120" y="9573768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9884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68680" y="10113264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57200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872484" y="7141464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4009644" y="72786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009644" y="72786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6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5152644" y="7278624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009644" y="7690104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128516" y="7763256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Uchta ketma-ket natural sonning yig'indisi 96 ga teng. Ulardan eng kattasi qaysi?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4009644" y="9226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558284" y="9473184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009644" y="9573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4512564" y="9573768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4009644" y="9884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421124" y="10113264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009644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781044" y="137160"/>
            <a:ext cx="0" cy="1042416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81" name="Shape 79"/>
          <p:cNvSpPr/>
          <p:nvPr/>
        </p:nvSpPr>
        <p:spPr>
          <a:xfrm>
            <a:off x="137160" y="3639312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82" name="Shape 80"/>
          <p:cNvSpPr/>
          <p:nvPr/>
        </p:nvSpPr>
        <p:spPr>
          <a:xfrm>
            <a:off x="137160" y="7050024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457200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DFF5EC"/>
          </a:solidFill>
          <a:ln w="12700">
            <a:solidFill>
              <a:srgbClr val="DFF5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941832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Hovlida tovuq va qo'ylar bor: jami 20 ta bosh va 56 ta oyoq. Nechta qo'y bor?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04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651760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52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752344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291840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72484" y="320040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009644" y="4572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09644" y="4572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8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52644" y="457200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09644" y="868680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28516" y="941832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Soat 10:45 dan 14:20 gacha necha daqiqa o'tadi?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09644" y="2404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58284" y="2651760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09644" y="2752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12564" y="2752344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009644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21124" y="3291840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09644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3730752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7200" y="386791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8679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9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3867912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79392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FDE4E8"/>
          </a:solidFill>
          <a:ln w="12700">
            <a:solidFill>
              <a:srgbClr val="FDE4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6072" y="4352544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metr mato 18 000 so'm turadi. 3 m 50 sm mato necha so'm turadi?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815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05840" y="6062472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61630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60120" y="6163056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8680" y="6702552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872484" y="3730752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009644" y="386791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09644" y="38679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10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152644" y="3867912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009644" y="4279392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EDE7FD"/>
          </a:solidFill>
          <a:ln w="12700">
            <a:solidFill>
              <a:srgbClr val="EDE7F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28516" y="4352544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km 350 m + 4 km 850 m = ? Javobni km va m da yozing.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009644" y="5815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58284" y="6062472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009644" y="61630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512564" y="6163056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009644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21124" y="6702552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09644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0040" y="7141464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57200" y="72786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7200" y="72786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11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1600200" y="7278624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7690104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76072" y="7763256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 3 ga ham, 5 ga ham qoldiqsiz bo'linadi. U 40 dan katta va 60 dan kichik. Bu qaysi son?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9226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005840" y="9473184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9573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960120" y="9573768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9884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68680" y="10113264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57200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872484" y="7141464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4009644" y="72786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009644" y="72786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12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5152644" y="7278624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009644" y="7690104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DFF5EC"/>
          </a:solidFill>
          <a:ln w="12700">
            <a:solidFill>
              <a:srgbClr val="DFF5E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128516" y="7763256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 5 ta bir xil kitobni jami 60 000 so'mga sotib oldi va har birini 15 000 so'mdan sotdi. Do'kon qancha foyda ko'rdi?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4009644" y="9226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558284" y="9473184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009644" y="9573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4512564" y="9573768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4009644" y="9884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421124" y="10113264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009644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781044" y="137160"/>
            <a:ext cx="0" cy="1042416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81" name="Shape 79"/>
          <p:cNvSpPr/>
          <p:nvPr/>
        </p:nvSpPr>
        <p:spPr>
          <a:xfrm>
            <a:off x="137160" y="3639312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82" name="Shape 80"/>
          <p:cNvSpPr/>
          <p:nvPr/>
        </p:nvSpPr>
        <p:spPr>
          <a:xfrm>
            <a:off x="137160" y="7050024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13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457200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941832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A + B = 15, B + C = 20, A + C = 19 bo'lsa, A + B + C nechaga teng?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04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651760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52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752344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291840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72484" y="320040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009644" y="4572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09644" y="4572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14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52644" y="457200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09644" y="868680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FDE4E8"/>
          </a:solidFill>
          <a:ln w="12700">
            <a:solidFill>
              <a:srgbClr val="FDE4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28516" y="941832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To'rtburchak bog'ning uzunligi 24 m, kengligi undan 3 marta kichik. Bog'ni 2 qator sim bilan o'rash uchun necha metr sim kerak?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09644" y="2404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58284" y="2651760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09644" y="2752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12564" y="2752344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009644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21124" y="3291840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09644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3730752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7200" y="386791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8679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15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3867912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79392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EDE7FD"/>
          </a:solidFill>
          <a:ln w="12700">
            <a:solidFill>
              <a:srgbClr val="EDE7F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6072" y="4352544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Kvadratning perimetri 36 sm. Uning yuzi necha kvadrat santimetr?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815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05840" y="6062472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61630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60120" y="6163056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8680" y="6702552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872484" y="3730752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009644" y="386791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09644" y="38679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16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152644" y="3867912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009644" y="4279392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28516" y="4352544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36 yoshda, o'g'li 8 yoshda. Necha yildan keyin ota o'g'lidan roppa-rosa 3 marta katta bo'ladi?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009644" y="5815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58284" y="6062472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009644" y="61630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512564" y="6163056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009644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21124" y="6702552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09644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0040" y="7141464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57200" y="72786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7200" y="72786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17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1600200" y="7278624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7690104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DFF5EC"/>
          </a:solidFill>
          <a:ln w="12700">
            <a:solidFill>
              <a:srgbClr val="DFF5E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76072" y="7763256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kasr katta: 3/4 yoki 5/7? Javobni asoslang.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9226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005840" y="9473184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9573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960120" y="9573768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9884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68680" y="10113264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57200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872484" y="7141464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4009644" y="72786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009644" y="72786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18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5152644" y="7278624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009644" y="7690104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128516" y="7763256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Sinfda 28 ta o'quvchi bor. Qizlar o'g'il bolalardan 4 ta ko'p. Sinfda nechta qiz bor?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4009644" y="9226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558284" y="9473184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009644" y="9573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4512564" y="9573768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4009644" y="9884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421124" y="10113264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009644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781044" y="137160"/>
            <a:ext cx="0" cy="1042416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81" name="Shape 79"/>
          <p:cNvSpPr/>
          <p:nvPr/>
        </p:nvSpPr>
        <p:spPr>
          <a:xfrm>
            <a:off x="137160" y="3639312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82" name="Shape 80"/>
          <p:cNvSpPr/>
          <p:nvPr/>
        </p:nvSpPr>
        <p:spPr>
          <a:xfrm>
            <a:off x="137160" y="7050024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19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457200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FDE4E8"/>
          </a:solidFill>
          <a:ln w="12700">
            <a:solidFill>
              <a:srgbClr val="FD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941832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Shokolad plitkasi 4 × 6 = 24 ta bo'lakdan iborat. Uni alohida bo'laklarga ajratish uchun kamida necha marta sindirish kerak?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04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651760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52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752344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291840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72484" y="320040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009644" y="4572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09644" y="4572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20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52644" y="457200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09644" y="868680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EDE7FD"/>
          </a:solidFill>
          <a:ln w="12700">
            <a:solidFill>
              <a:srgbClr val="EDE7F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28516" y="941832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dan kichik, 9 ga karrali bo'lgan eng katta son qaysi?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09644" y="2404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58284" y="2651760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09644" y="2752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12564" y="2752344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009644" y="3063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21124" y="3291840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09644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3730752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7200" y="386791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8679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21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3867912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79392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6072" y="4352544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Avtobus soatiga 60 km tezlik bilan 2 soat 30 daqiqa yurdi. U necha kilometr yo'l bosdi?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815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05840" y="6062472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61630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60120" y="6163056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8680" y="6702552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872484" y="3730752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009644" y="386791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09644" y="38679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22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152644" y="3867912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009644" y="4279392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DFF5EC"/>
          </a:solidFill>
          <a:ln w="12700">
            <a:solidFill>
              <a:srgbClr val="DFF5E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28516" y="4352544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Qutida 5 ta qizil va 3 ta ko'k shar bor. Ko'zni yumib kamida nechta shar olsak, ular orasida albatta ikkita bir xil rangli shar bo'ladi?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009644" y="5815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58284" y="6062472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009644" y="61630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512564" y="6163056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009644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21124" y="6702552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09644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0040" y="7141464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57200" y="72786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7200" y="72786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23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1600200" y="7278624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7690104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76072" y="7763256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Idishda 3 l 200 ml suv bor edi. 4 ta stakanning har biriga 250 ml dan quyildi. Idishda qancha suv qoldi?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9226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005840" y="9473184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9573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960120" y="9573768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9884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68680" y="10113264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57200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872484" y="7141464"/>
            <a:ext cx="3369564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C9C7DD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4009644" y="72786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009644" y="72786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 № 24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5152644" y="7278624"/>
            <a:ext cx="1952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masterklass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009644" y="7690104"/>
            <a:ext cx="3095244" cy="1417320"/>
          </a:xfrm>
          <a:prstGeom prst="roundRect">
            <a:avLst>
              <a:gd name="adj" fmla="val 5161"/>
            </a:avLst>
          </a:prstGeom>
          <a:solidFill>
            <a:srgbClr val="FDE4E8"/>
          </a:solidFill>
          <a:ln w="12700">
            <a:solidFill>
              <a:srgbClr val="FDE4E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128516" y="7763256"/>
            <a:ext cx="28575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 raqamlarida yozilgan XLIX sonini arab raqamlarida yozing.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4009644" y="9226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558284" y="9473184"/>
            <a:ext cx="250088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009644" y="9573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4512564" y="9573768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Bilish     ☐ Qo'llash     ☐ Mulohaza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4009644" y="9884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421124" y="10113264"/>
            <a:ext cx="2638044" cy="0"/>
          </a:xfrm>
          <a:prstGeom prst="line">
            <a:avLst/>
          </a:prstGeom>
          <a:noFill/>
          <a:ln w="9525">
            <a:solidFill>
              <a:srgbClr val="B0AEC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009644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781044" y="137160"/>
            <a:ext cx="0" cy="1042416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81" name="Shape 79"/>
          <p:cNvSpPr/>
          <p:nvPr/>
        </p:nvSpPr>
        <p:spPr>
          <a:xfrm>
            <a:off x="137160" y="3639312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82" name="Shape 80"/>
          <p:cNvSpPr/>
          <p:nvPr/>
        </p:nvSpPr>
        <p:spPr>
          <a:xfrm>
            <a:off x="137160" y="7050024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18872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Javoblar varag'i — faqat o'qituvchi uchun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Mamadaliyeva Xurshidaxon · Jalaquduq tumani 14-maktab boshlang'ich sinf o'qituvchisi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647688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188720"/>
                <a:gridCol w="495604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va 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 21 (har son oldingi ikkitasining yig'indisi)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marta (7, 17, …, 97 — 10 ta; 70–79 — 10 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(31 + 32 + 33)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ta qo'y va 12 ta tovuq (32 + 24 = 56)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 daqiqa (3 soat 35 daqiqa)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63 000 so'm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km 200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so'm (75 000 − 60 000)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(uchala tenglik yig'indisi 54, uni 2 ga bo'lamiz)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m (P = 64 m, ×2)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sm² (tomoni 9 sm)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yildan keyin (42 = 3 × 14)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 (21/28 &gt; 20/28)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ta qiz (12 ta o'g'il)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marta (har sindirish bo'laklar sonini 1 taga oshiradi)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ta shar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l 200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992124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Bilish: 8 ta · Qo'llash: 8 ta · Mulohaza: 8 ta.  Baholash: to'g'ri javob — 1 ball, to'g'ri soha — 1 ball.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19556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TIMSS masterklass — kirish chiptalari</dc:title>
  <dc:subject>PptxGenJS Presentation</dc:subject>
  <dc:creator>Mamadaliyeva Xurshidaxon</dc:creator>
  <cp:lastModifiedBy>Mamadaliyeva Xurshidaxon</cp:lastModifiedBy>
  <cp:revision>1</cp:revision>
  <dcterms:created xsi:type="dcterms:W3CDTF">2026-09-20T17:23:58Z</dcterms:created>
  <dcterms:modified xsi:type="dcterms:W3CDTF">2026-09-20T17:23:58Z</dcterms:modified>
</cp:coreProperties>
</file>